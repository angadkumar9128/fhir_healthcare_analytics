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DF848-2EE1-E7F5-F724-DF3FE2C014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GB" dirty="0"/>
              <a:t>Data ingestion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769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E5E90-1D62-2A49-37B1-691F9C4B5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Data set source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764FBF-5F6F-D867-3215-A2215B78B5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1941" y="2181225"/>
            <a:ext cx="7808117" cy="3678238"/>
          </a:xfrm>
        </p:spPr>
      </p:pic>
    </p:spTree>
    <p:extLst>
      <p:ext uri="{BB962C8B-B14F-4D97-AF65-F5344CB8AC3E}">
        <p14:creationId xmlns:p14="http://schemas.microsoft.com/office/powerpoint/2010/main" val="3622497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1528D-C2AD-6C0E-9C70-79C86D346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                                </a:t>
            </a:r>
            <a:r>
              <a:rPr lang="en-GB" dirty="0" err="1"/>
              <a:t>catalog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E567121-4160-F33D-80B6-F5F91E12E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4585" y="2181225"/>
            <a:ext cx="7122830" cy="3678238"/>
          </a:xfrm>
        </p:spPr>
      </p:pic>
    </p:spTree>
    <p:extLst>
      <p:ext uri="{BB962C8B-B14F-4D97-AF65-F5344CB8AC3E}">
        <p14:creationId xmlns:p14="http://schemas.microsoft.com/office/powerpoint/2010/main" val="3636979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0BA65-50A9-BE3E-6E84-38A663337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schema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0FF7E7-C7E0-E675-158E-7E90B89295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8802" y="2181225"/>
            <a:ext cx="4994396" cy="3678238"/>
          </a:xfrm>
        </p:spPr>
      </p:pic>
    </p:spTree>
    <p:extLst>
      <p:ext uri="{BB962C8B-B14F-4D97-AF65-F5344CB8AC3E}">
        <p14:creationId xmlns:p14="http://schemas.microsoft.com/office/powerpoint/2010/main" val="255122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1FF3A-75A8-C2B1-B356-3D83321ECD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                                        volumes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859BCA-7223-9B49-0399-7D4B94D7AA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4587" y="2181225"/>
            <a:ext cx="6902826" cy="3678238"/>
          </a:xfrm>
        </p:spPr>
      </p:pic>
    </p:spTree>
    <p:extLst>
      <p:ext uri="{BB962C8B-B14F-4D97-AF65-F5344CB8AC3E}">
        <p14:creationId xmlns:p14="http://schemas.microsoft.com/office/powerpoint/2010/main" val="962541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53B2D-A266-2C91-98C2-72E39D170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                                 </a:t>
            </a:r>
            <a:r>
              <a:rPr lang="en-GB" dirty="0" err="1"/>
              <a:t>json</a:t>
            </a:r>
            <a:r>
              <a:rPr lang="en-GB" dirty="0"/>
              <a:t> validation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343E222-6F07-3320-7A97-C608EC071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0613" y="2181225"/>
            <a:ext cx="7510773" cy="3678238"/>
          </a:xfrm>
        </p:spPr>
      </p:pic>
    </p:spTree>
    <p:extLst>
      <p:ext uri="{BB962C8B-B14F-4D97-AF65-F5344CB8AC3E}">
        <p14:creationId xmlns:p14="http://schemas.microsoft.com/office/powerpoint/2010/main" val="9346174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C6B79-6953-4820-FAE5-4E7F93740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                                </a:t>
            </a:r>
            <a:r>
              <a:rPr lang="en-GB" dirty="0" err="1"/>
              <a:t>json</a:t>
            </a:r>
            <a:r>
              <a:rPr lang="en-GB" dirty="0"/>
              <a:t> flattening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2AE6F4-07B2-6727-BCC9-D0559A5172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17978" y="2477606"/>
            <a:ext cx="4839786" cy="36782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1F96FF-6F38-1687-4959-2746A6A63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544" y="2609440"/>
            <a:ext cx="4484955" cy="367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7116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27287-1A81-C1B2-1BD6-291946B8A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                                                       Bronze table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4589290-2B27-1C24-6B7F-A996B12F6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66093" y="2181225"/>
            <a:ext cx="7859813" cy="3678238"/>
          </a:xfrm>
        </p:spPr>
      </p:pic>
    </p:spTree>
    <p:extLst>
      <p:ext uri="{BB962C8B-B14F-4D97-AF65-F5344CB8AC3E}">
        <p14:creationId xmlns:p14="http://schemas.microsoft.com/office/powerpoint/2010/main" val="462863723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74</TotalTime>
  <Words>19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Gill Sans MT</vt:lpstr>
      <vt:lpstr>Wingdings 2</vt:lpstr>
      <vt:lpstr>Dividend</vt:lpstr>
      <vt:lpstr>Data ingestion</vt:lpstr>
      <vt:lpstr>Data set source</vt:lpstr>
      <vt:lpstr>                                                  catalog</vt:lpstr>
      <vt:lpstr>schema</vt:lpstr>
      <vt:lpstr>                                                          volumes</vt:lpstr>
      <vt:lpstr>                                                   json validation</vt:lpstr>
      <vt:lpstr>                                                  json flattening</vt:lpstr>
      <vt:lpstr>                                                        Bronze table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MOHANASHARAN k</dc:creator>
  <cp:lastModifiedBy>MOHANASHARAN k</cp:lastModifiedBy>
  <cp:revision>1</cp:revision>
  <dcterms:created xsi:type="dcterms:W3CDTF">2025-12-26T08:01:16Z</dcterms:created>
  <dcterms:modified xsi:type="dcterms:W3CDTF">2025-12-29T05:11:13Z</dcterms:modified>
</cp:coreProperties>
</file>